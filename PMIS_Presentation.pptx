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911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0"/>
            <a:ext cx="8321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21945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Management Information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 Swing desktop application for patient records, insurance &amp; billing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34440"/>
            <a:ext cx="64008" cy="1508760"/>
          </a:xfrm>
          <a:prstGeom prst="rect">
            <a:avLst/>
          </a:prstGeom>
          <a:solidFill>
            <a:srgbClr val="E05656"/>
          </a:solidFill>
          <a:ln w="12700">
            <a:solidFill>
              <a:srgbClr val="E056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3441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Errors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4632" y="16916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is done manually — wrong discounts and missed insurance deductions cause financial loss.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234440"/>
            <a:ext cx="64008" cy="1508760"/>
          </a:xfrm>
          <a:prstGeom prst="rect">
            <a:avLst/>
          </a:prstGeom>
          <a:solidFill>
            <a:srgbClr val="E05656"/>
          </a:solidFill>
          <a:ln w="12700">
            <a:solidFill>
              <a:srgbClr val="E056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3441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Record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19472" y="16916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data, insurance info, and payment history are stored separately with no unified view.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971800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971800"/>
            <a:ext cx="64008" cy="1508760"/>
          </a:xfrm>
          <a:prstGeom prst="rect">
            <a:avLst/>
          </a:prstGeom>
          <a:solidFill>
            <a:srgbClr val="E05656"/>
          </a:solidFill>
          <a:ln w="12700">
            <a:solidFill>
              <a:srgbClr val="E056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30815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Processing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" y="34290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spend excessive time computing fees, searching records, and writing receipts by hand.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971800"/>
            <a:ext cx="64008" cy="1508760"/>
          </a:xfrm>
          <a:prstGeom prst="rect">
            <a:avLst/>
          </a:prstGeom>
          <a:solidFill>
            <a:srgbClr val="E05656"/>
          </a:solidFill>
          <a:ln w="12700">
            <a:solidFill>
              <a:srgbClr val="E056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30815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19472" y="34290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system, there is no reliable history of transactions or patient payment status.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3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PMIS is a Java Swing desktop application connected to a MySQL database that gives clinic staff one place to manage patients, insurance, fees, and receipts.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292608" cy="292608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920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19202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patients with ID validation and full audit trail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920240"/>
            <a:ext cx="292608" cy="292608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920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30368" y="19202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Auto-calculate fees: age discount first, then insurance coverage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292608" cy="292608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880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" y="28803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and store itemised receipts per patient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2880360"/>
            <a:ext cx="292608" cy="292608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880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30368" y="28803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patients by ID or name instantly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840480"/>
            <a:ext cx="292608" cy="292608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840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" y="38404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insurance companies and their coverage percentages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3840480"/>
            <a:ext cx="292608" cy="292608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840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30368" y="38404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payment status: PENDING / PAID / PARTIAL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97864"/>
            <a:ext cx="256032" cy="256032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978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143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interface for patient registration with input validation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256032" cy="256032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373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68249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Age-based discounts: under 12 → 50% off   |   over 60 → 30% off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276856"/>
            <a:ext cx="256032" cy="256032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768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2219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coverage applied automatically on discounted amount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816352"/>
            <a:ext cx="256032" cy="256032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8163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276148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billing records with full breakdown (fee, discount, insurance, final)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355848"/>
            <a:ext cx="256032" cy="256032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3558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30098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staff to search patients by ID or name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895344"/>
            <a:ext cx="256032" cy="256032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8953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on patients and insurance companies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4434840"/>
            <a:ext cx="256032" cy="256032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4348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437997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viewable receipts per patient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51760" cy="1280160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344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 (NetBeans)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17520" y="1691640"/>
            <a:ext cx="228600" cy="73152"/>
          </a:xfrm>
          <a:prstGeom prst="rect">
            <a:avLst/>
          </a:prstGeom>
          <a:solidFill>
            <a:srgbClr val="6B9090"/>
          </a:solidFill>
          <a:ln w="12700">
            <a:solidFill>
              <a:srgbClr val="6B9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188720"/>
            <a:ext cx="2651760" cy="12801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2344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Layer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46120" y="1874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Classes &amp; Validation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97880" y="1691640"/>
            <a:ext cx="228600" cy="73152"/>
          </a:xfrm>
          <a:prstGeom prst="rect">
            <a:avLst/>
          </a:prstGeom>
          <a:solidFill>
            <a:srgbClr val="6B9090"/>
          </a:solidFill>
          <a:ln w="12700">
            <a:solidFill>
              <a:srgbClr val="6B9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188720"/>
            <a:ext cx="2651760" cy="1280160"/>
          </a:xfrm>
          <a:prstGeom prst="rect">
            <a:avLst/>
          </a:prstGeom>
          <a:solidFill>
            <a:srgbClr val="0A3D3D"/>
          </a:solidFill>
          <a:ln w="12700">
            <a:solidFill>
              <a:srgbClr val="0A3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2344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1874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PMIS_db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154680"/>
          <a:ext cx="8412480" cy="16002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JDK 8+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Framework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Swing (NetBeans IDE)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— PMIS_db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Connector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JDBC Driver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3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BILLING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965960" cy="3291840"/>
          </a:xfrm>
          <a:prstGeom prst="rect">
            <a:avLst/>
          </a:prstGeom>
          <a:solidFill>
            <a:srgbClr val="0D2222"/>
          </a:solidFill>
          <a:ln w="25400">
            <a:solidFill>
              <a:srgbClr val="6B9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280160"/>
            <a:ext cx="640080" cy="640080"/>
          </a:xfrm>
          <a:prstGeom prst="ellipse">
            <a:avLst/>
          </a:prstGeom>
          <a:solidFill>
            <a:srgbClr val="6B9090"/>
          </a:solidFill>
          <a:ln w="12700">
            <a:solidFill>
              <a:srgbClr val="6B9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208483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Fee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542032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fee entered at registration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(5,000 – 50,000 RWF)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40280" y="2331720"/>
            <a:ext cx="210312" cy="64008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50592" y="1143000"/>
            <a:ext cx="1965960" cy="3291840"/>
          </a:xfrm>
          <a:prstGeom prst="rect">
            <a:avLst/>
          </a:prstGeom>
          <a:solidFill>
            <a:srgbClr val="0D2222"/>
          </a:solidFill>
          <a:ln w="25400">
            <a:solidFill>
              <a:srgbClr val="F0A5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1280160"/>
            <a:ext cx="640080" cy="64008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450592" y="208483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Discount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42032" y="2542032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&lt; 12  →  50% off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&gt; 60  →  30% off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 →  No discount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16552" y="2331720"/>
            <a:ext cx="210312" cy="64008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1143000"/>
            <a:ext cx="1965960" cy="3291840"/>
          </a:xfrm>
          <a:prstGeom prst="rect">
            <a:avLst/>
          </a:prstGeom>
          <a:solidFill>
            <a:srgbClr val="0D2222"/>
          </a:solidFill>
          <a:ln w="25400">
            <a:solidFill>
              <a:srgbClr val="14BD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85232" y="1280160"/>
            <a:ext cx="640080" cy="640080"/>
          </a:xfrm>
          <a:prstGeom prst="ellipse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85232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26864" y="208483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18304" y="2542032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on remaining amount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age discount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80% coverage)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92824" y="2331720"/>
            <a:ext cx="210312" cy="64008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03136" y="1143000"/>
            <a:ext cx="1965960" cy="3291840"/>
          </a:xfrm>
          <a:prstGeom prst="rect">
            <a:avLst/>
          </a:prstGeom>
          <a:solidFill>
            <a:srgbClr val="0D2222"/>
          </a:solidFill>
          <a:ln w="25400">
            <a:solidFill>
              <a:srgbClr val="0D737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61504" y="1280160"/>
            <a:ext cx="640080" cy="6400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61504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03136" y="208483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Amount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94576" y="2542032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patient actually pays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receipts table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PENDING / PAID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 Final = (Original Fee − Age Discount) − Insurance Coverage Amount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&amp; ROLES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64008" cy="804672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1521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Genga Chris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94560" y="115214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4813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Patient, Insurance, Receipt &amp; entity classes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64008" cy="804672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1521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 Christ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0" y="115214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CRUD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19472" y="14813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Read, Update, Delete for patients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05740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057400"/>
            <a:ext cx="64008" cy="804672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11226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Kelly Kabucye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94560" y="211226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Company CRUD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2441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insurance companies &amp; coverage 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05740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057400"/>
            <a:ext cx="64008" cy="804672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211226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Nelly Isange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0" y="211226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19472" y="2441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README, project documentation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01752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017520"/>
            <a:ext cx="64008" cy="804672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07238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Baributsa Jacques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194560" y="307238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Polishing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8912" y="34015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interface design &amp; usability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01752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017520"/>
            <a:ext cx="64008" cy="804672"/>
          </a:xfrm>
          <a:prstGeom prst="rect">
            <a:avLst/>
          </a:prstGeom>
          <a:solidFill>
            <a:srgbClr val="6B9090"/>
          </a:solidFill>
          <a:ln w="12700">
            <a:solidFill>
              <a:srgbClr val="6B9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307238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rgbClr val="1A2E2E"/>
                </a:solidFill>
                <a:latin typeface="Calibri" pitchFamily="34" charset="0"/>
                <a:cs typeface="Calibri" pitchFamily="34" charset="-120"/>
              </a:rPr>
              <a:t>Shema </a:t>
            </a:r>
            <a:r>
              <a:rPr lang="en-US" sz="1200" b="1" dirty="0" err="1" smtClean="0">
                <a:solidFill>
                  <a:srgbClr val="1A2E2E"/>
                </a:solidFill>
                <a:latin typeface="Calibri" pitchFamily="34" charset="0"/>
                <a:cs typeface="Calibri" pitchFamily="34" charset="-120"/>
              </a:rPr>
              <a:t>Gasana</a:t>
            </a:r>
            <a:endParaRPr lang="en-US" sz="1200" b="1" dirty="0" smtClean="0">
              <a:solidFill>
                <a:srgbClr val="1A2E2E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675120" y="307238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Setup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19472" y="34015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relationships, SQL scripts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97764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977640"/>
            <a:ext cx="64008" cy="804672"/>
          </a:xfrm>
          <a:prstGeom prst="rect">
            <a:avLst/>
          </a:prstGeom>
          <a:solidFill>
            <a:srgbClr val="6B9090"/>
          </a:solidFill>
          <a:ln w="12700">
            <a:solidFill>
              <a:srgbClr val="6B9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40325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194560" y="40325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&amp; Discount Logic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8912" y="43616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calculation &amp; receipt processing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97764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977640"/>
            <a:ext cx="64008" cy="804672"/>
          </a:xfrm>
          <a:prstGeom prst="rect">
            <a:avLst/>
          </a:prstGeom>
          <a:solidFill>
            <a:srgbClr val="6B9090"/>
          </a:solidFill>
          <a:ln w="12700">
            <a:solidFill>
              <a:srgbClr val="6B9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9472" y="40325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675120" y="40325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Receipts View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919472" y="43616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receipt viewer, summaries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 THE PROJECT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8503920" cy="502920"/>
          </a:xfrm>
          <a:prstGeom prst="rect">
            <a:avLst/>
          </a:prstGeom>
          <a:solidFill>
            <a:srgbClr val="FFF8E1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Prerequisites:  Java JDK 8+   •   NetBeans IDE   •   MySQL Server   •   MySQL JDBC Connector/J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719072"/>
            <a:ext cx="548640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7190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7373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Database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0116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PMIS_db in MySQL and run schema.sql to create all tables.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514600"/>
            <a:ext cx="548640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514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5328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the Connection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80720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DBConnection.java with your MySQL host, username and password.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310128"/>
            <a:ext cx="548640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3101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32841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NetBeans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60273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project folder via File → Open Project. Add JDBC .jar to Libraries.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4105656"/>
            <a:ext cx="548640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41056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412394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439826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F6 or click the Run button. The main application window will launch.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3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PMIS — Patient Management Information System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Java Swing  •  MySQL  •  NetBeans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588</Words>
  <Application>Microsoft Office PowerPoint</Application>
  <PresentationFormat>On-screen Show (16:9)</PresentationFormat>
  <Paragraphs>131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PMIS — Patient Management Information System</dc:title>
  <dc:subject>PptxGenJS Presentation</dc:subject>
  <dc:creator>PptxGenJS</dc:creator>
  <cp:lastModifiedBy>HP</cp:lastModifiedBy>
  <cp:revision>2</cp:revision>
  <dcterms:created xsi:type="dcterms:W3CDTF">2026-04-15T11:35:51Z</dcterms:created>
  <dcterms:modified xsi:type="dcterms:W3CDTF">2026-04-15T11:44:36Z</dcterms:modified>
</cp:coreProperties>
</file>